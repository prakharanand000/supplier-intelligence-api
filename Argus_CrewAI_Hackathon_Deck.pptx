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131C3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CONTROL  ·  ARGUS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Argus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third-party risk intelligence, built on a CrewAI-designed agent workflow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Studio Hackathon  •  250 Sutter St, San Francisco  •  July 26,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a supplier still means six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disconnected tabs and a judgment call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Sanctions, litigation, adverse media, ownership - checked by hand, across registries that don't talk to each other, written up with no audit trail an analyst or regulator can later interrogate.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rgbClr val="FDF1E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1234440" y="35570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3904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to hours per subject, done manually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FDF1E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462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870" dirty="0"/>
          </a:p>
        </p:txBody>
      </p:sp>
      <p:sp>
        <p:nvSpPr>
          <p:cNvPr id="11" name="Text 9"/>
          <p:cNvSpPr/>
          <p:nvPr/>
        </p:nvSpPr>
        <p:spPr>
          <a:xfrm>
            <a:off x="1234440" y="44256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4773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analysts reach different conclusions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rgbClr val="FDF1E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70" dirty="0"/>
          </a:p>
        </p:txBody>
      </p:sp>
      <p:sp>
        <p:nvSpPr>
          <p:cNvPr id="15" name="Text 13"/>
          <p:cNvSpPr/>
          <p:nvPr/>
        </p:nvSpPr>
        <p:spPr>
          <a:xfrm>
            <a:off x="1234440" y="52943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Unauditable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56418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trail, no reproducible score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49440" y="2057400"/>
            <a:ext cx="4663440" cy="4023360"/>
          </a:xfrm>
          <a:prstGeom prst="roundRect">
            <a:avLst>
              <a:gd name="adj" fmla="val 2727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24688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39,564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7223760" y="33832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SDN names screened locally, in one call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23760" y="4069080"/>
            <a:ext cx="3931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42519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503920" y="43708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public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23760" y="5074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&lt;7s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8503920" y="51937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warm-cache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STARTED · PROJECT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compliance crew: 9 agents, one sequential pipeline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straight from this CrewAI project's tasks.yaml - the exact agent, in the exact order, CrewAI's own process runs it in.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234440" y="2057400"/>
            <a:ext cx="969264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05740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Entity Name Variant Specialist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80644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34440" y="2546604"/>
            <a:ext cx="969264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54660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Corporate Identity &amp; Registry Research Specialist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806440" y="29397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3035808"/>
            <a:ext cx="969264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035808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Adverse Media &amp; Open-Source Intelligence Analyst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0644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34440" y="3525012"/>
            <a:ext cx="969264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525012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Federal Court &amp; Regulatory Enforcement Research Analyst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806440" y="39182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34440" y="4014216"/>
            <a:ext cx="969264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01421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Sanctions &amp; Watchlist Screening Analyst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806440" y="44074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34440" y="4503420"/>
            <a:ext cx="969264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450342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Beneficial Ownership &amp; Corporate Structure Analyst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806440" y="48966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234440" y="4992624"/>
            <a:ext cx="969264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499262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Media Sentiment Scoring &amp; Risk Classification Specialist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806440" y="5385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34440" y="5481828"/>
            <a:ext cx="969264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5481828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Integrated Risk Scoring &amp; Report Authoring Specialist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806440" y="5875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234440" y="5971032"/>
            <a:ext cx="9692640" cy="384048"/>
          </a:xfrm>
          <a:prstGeom prst="roundRect">
            <a:avLst>
              <a:gd name="adj" fmla="val 19048"/>
            </a:avLst>
          </a:prstGeom>
          <a:solidFill>
            <a:srgbClr val="E7F6EF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" y="5971032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Compliance Report Distribution &amp; Email Alerting Specialist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STARTED · PROJECT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StrategyOS: frame, fan out, red-team, audit, decide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straight from this CrewAI project's flow.json - the exact methods and roles CrewAI's Flow builder defined.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023360" y="196596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4160520" y="1965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Chief of Staff  -  frames &amp; staffs the decision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806440" y="2450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EAF1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980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5409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Market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61488" y="274320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EAF1FF"/>
          </a:solidFill>
          <a:ln/>
        </p:spPr>
      </p:sp>
      <p:sp>
        <p:nvSpPr>
          <p:cNvPr id="12" name="Text 10"/>
          <p:cNvSpPr/>
          <p:nvPr/>
        </p:nvSpPr>
        <p:spPr>
          <a:xfrm>
            <a:off x="2852928" y="27980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52928" y="305409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Corporate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74336" y="274320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EAF1FF"/>
          </a:solidFill>
          <a:ln/>
        </p:spPr>
      </p:sp>
      <p:sp>
        <p:nvSpPr>
          <p:cNvPr id="15" name="Text 13"/>
          <p:cNvSpPr/>
          <p:nvPr/>
        </p:nvSpPr>
        <p:spPr>
          <a:xfrm>
            <a:off x="5065776" y="27980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65776" y="305409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Architect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87184" y="274320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EAF1FF"/>
          </a:solidFill>
          <a:ln/>
        </p:spPr>
      </p:sp>
      <p:sp>
        <p:nvSpPr>
          <p:cNvPr id="18" name="Text 16"/>
          <p:cNvSpPr/>
          <p:nvPr/>
        </p:nvSpPr>
        <p:spPr>
          <a:xfrm>
            <a:off x="7278624" y="27980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78624" y="305409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Lead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00032" y="2743200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EAF1FF"/>
          </a:solidFill>
          <a:ln/>
        </p:spPr>
      </p:sp>
      <p:sp>
        <p:nvSpPr>
          <p:cNvPr id="21" name="Text 19"/>
          <p:cNvSpPr/>
          <p:nvPr/>
        </p:nvSpPr>
        <p:spPr>
          <a:xfrm>
            <a:off x="9491472" y="27980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91472" y="305409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Counsel's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57530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(seats not needed for the question are benched, with a stated reason)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06440" y="38679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66160" y="4206240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370332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Chief of Staff  -  cross-functional synthesis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806440" y="46725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566160" y="4956048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FDF1E1"/>
          </a:solidFill>
          <a:ln/>
        </p:spPr>
      </p:sp>
      <p:sp>
        <p:nvSpPr>
          <p:cNvPr id="29" name="Text 27"/>
          <p:cNvSpPr/>
          <p:nvPr/>
        </p:nvSpPr>
        <p:spPr>
          <a:xfrm>
            <a:off x="3703320" y="49560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Review Partner  -  red-team the case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806440" y="5422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566160" y="5705856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EAE6FD"/>
          </a:solidFill>
          <a:ln/>
        </p:spPr>
      </p:sp>
      <p:sp>
        <p:nvSpPr>
          <p:cNvPr id="32" name="Text 30"/>
          <p:cNvSpPr/>
          <p:nvPr/>
        </p:nvSpPr>
        <p:spPr>
          <a:xfrm>
            <a:off x="3703320" y="57058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Integrity Officer  -  audit every claim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806440" y="6172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566160" y="6455664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E7F6EF"/>
          </a:solidFill>
          <a:ln/>
        </p:spPr>
      </p:sp>
      <p:sp>
        <p:nvSpPr>
          <p:cNvPr id="35" name="Text 33"/>
          <p:cNvSpPr/>
          <p:nvPr/>
        </p:nvSpPr>
        <p:spPr>
          <a:xfrm>
            <a:off x="3703320" y="64556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Chairperson  -  GO / NO-GO / MORE INFO verdict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live, deployed product - not a mockup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flows on the previous two slides, hand-engineered into a working FastAPI backend and a single-page frontend, deployed on Google Cloud Run right now.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1A254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sources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· SEC · GLEIF · GDELT · CourtListener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5146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1A2540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743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11880" y="37947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package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at runtime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5146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1A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743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92240" y="37947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LLM call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the Flow's stages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89720" y="25146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1A2540"/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0" y="2743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372600" y="37947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hand-built frontend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framework, no build step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supplier-intelligence-api-1062146216736.us-central1.run.app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Control: the Flow's stages, staged as a launch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“Should Salesforce acquire Notion?” and the same seats and stages the Flow defines report in, live.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06984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3511296"/>
            <a:ext cx="292608" cy="292608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2971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T-90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-137160" y="3931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 complete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24912" y="3511296"/>
            <a:ext cx="292608" cy="292608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8296" y="2971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T-70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02536" y="3931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systems analysis complete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64608" y="3511296"/>
            <a:ext cx="292608" cy="292608"/>
          </a:xfrm>
          <a:prstGeom prst="ellipse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2971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T-45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42232" y="3931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challenge initiated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04304" y="3511296"/>
            <a:ext cx="292608" cy="292608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2971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81928" y="3931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validation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0" y="3511296"/>
            <a:ext cx="292608" cy="292608"/>
          </a:xfrm>
          <a:prstGeom prst="ellipse">
            <a:avLst/>
          </a:prstGeom>
          <a:solidFill>
            <a:srgbClr val="0E74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87384" y="2971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21624" y="3931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panel voting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1283696" y="3511296"/>
            <a:ext cx="292608" cy="292608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971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61320" y="3931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/ SCRUB / HOLD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193792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checklist: Flight Director · Market Intelligence · Financial Systems · Engineering · Recon · Legal Operations - the sortable seat table, risk/conviction scatter, attack table, and evidence audit stay available underneath, in full.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Adverse Media &amp; Relationships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40280"/>
            <a:ext cx="457200" cy="457200"/>
          </a:xfrm>
          <a:prstGeom prst="ellipse">
            <a:avLst/>
          </a:prstGeom>
          <a:solidFill>
            <a:srgbClr val="FDEED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Media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GDELT screening, headline-scored for severity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Five-category risk taxonomy with color-coded filters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Lexicon-based bias analyzer flags loaded language, unverified attribution, opinion-as-fact - sentence by sentence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scrollable results table, 3 rows visible at a time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240280"/>
            <a:ext cx="457200" cy="457200"/>
          </a:xfrm>
          <a:prstGeom prst="ellipse">
            <a:avLst/>
          </a:prstGeom>
          <a:solidFill>
            <a:srgbClr val="EAF1F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32320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Intelligence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force-directed graphs: entity resolution and the ownership/connections network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carries a type icon - building, person, house, bank, magnifier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node or edge for an AI-grounded explanation of the connection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graph shows rejected look-alikes with their scored confidence breakdown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ATTRIBUTION, PRECISELY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CrewAI's and what's ours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rubric that scores studio usage, precision matters more than enthusiasm. Neither the crew nor the Flow, nor Studio's no-code runtime, executes at request time - there is no crewai package dependency in this codebase.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11064240" cy="4023360"/>
        </p:xfrm>
        <a:graphic>
          <a:graphicData uri="http://schemas.openxmlformats.org/drawingml/2006/table">
            <a:tbl>
              <a:tblPr/>
              <a:tblGrid>
                <a:gridCol w="6400800"/>
                <a:gridCol w="4663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roles, goals, backstories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DD3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in agents.yaml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sequence &amp; dependencies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DD3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in tasks.yaml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6-stage decision flow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DD3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in flow.json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live data integrations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Hand-built, this hackathon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resolution engine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Hand-built, this hackathon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scoring engine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Hand-built, this hackathon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reasoning calls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Hand-built, this hackathon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 Control frontend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Hand-built, this hackathon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EAF1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23591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async SQLAlchemy, PostgreSQL with automatic SQLite fallback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331720"/>
            <a:ext cx="457200" cy="457200"/>
          </a:xfrm>
          <a:prstGeom prst="ellipse">
            <a:avLst/>
          </a:prstGeom>
          <a:solidFill>
            <a:srgbClr val="EAF1FF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120640" y="23591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971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dependency-free HTML/CSS/vanilla-JS page - no framework, no build step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2331720"/>
            <a:ext cx="457200" cy="457200"/>
          </a:xfrm>
          <a:prstGeom prst="ellipse">
            <a:avLst/>
          </a:prstGeom>
          <a:solidFill>
            <a:srgbClr val="EAF1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869680" y="23591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2971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/ Jaro-Winkler / Jaccard blend + embedding cosine similarity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EAF1F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71600" y="44622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074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rule-based scoring - every point traces to a named rule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42062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4434840"/>
            <a:ext cx="457200" cy="457200"/>
          </a:xfrm>
          <a:prstGeom prst="ellipse">
            <a:avLst/>
          </a:prstGeom>
          <a:solidFill>
            <a:srgbClr val="EAF1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120640" y="44622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26280" y="5074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(model-agnostic), Anthropic Claude fallback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42062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4434840"/>
            <a:ext cx="457200" cy="457200"/>
          </a:xfrm>
          <a:prstGeom prst="ellipse">
            <a:avLst/>
          </a:prstGeom>
          <a:solidFill>
            <a:srgbClr val="EAF1FF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869680" y="44622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75320" y="5074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Google Cloud Run, GitHub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deployed. Try it right now.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Mission Control a decision question, or screen an entity - including CrewAI itself, which comes back clean and surfaces today's hackathon as a live news item.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1A2540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017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supplier-intelligence-api-1062146216736.us-central1.run.app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B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“Should Salesforce acquire Notion?”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B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“Screen CrewAI, Inc.”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5212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B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“Screen ABC Manufacturing Ltd”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114800"/>
            <a:ext cx="5029200" cy="5029200"/>
          </a:xfrm>
          <a:prstGeom prst="ellipse">
            <a:avLst/>
          </a:prstGeom>
          <a:solidFill>
            <a:srgbClr val="1A254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CrewAI's own tooling designed a nine-agent compliance pipeline and a six-stage decision flow in an afternoon. We spent the rest of the hackathon proving that design works - against real sanctions lists, real filings, real news, live, in production.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2026-07-26T22:23:25Z</dcterms:created>
  <dcterms:modified xsi:type="dcterms:W3CDTF">2026-07-26T22:23:25Z</dcterms:modified>
</cp:coreProperties>
</file>